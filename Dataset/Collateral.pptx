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Century Gothic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8XU2VIay9lLaaMvLonCW0aZr9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CenturyGothic-boldItalic.fntdata"/><Relationship Id="rId5" Type="http://schemas.openxmlformats.org/officeDocument/2006/relationships/slide" Target="slides/slide1.xml"/><Relationship Id="rId6" Type="http://schemas.openxmlformats.org/officeDocument/2006/relationships/font" Target="fonts/CenturyGothic-regular.fntdata"/><Relationship Id="rId7" Type="http://schemas.openxmlformats.org/officeDocument/2006/relationships/font" Target="fonts/CenturyGothic-bold.fntdata"/><Relationship Id="rId8" Type="http://schemas.openxmlformats.org/officeDocument/2006/relationships/font" Target="fonts/CenturyGothic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3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8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0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1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3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4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6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"/>
          <p:cNvGrpSpPr/>
          <p:nvPr/>
        </p:nvGrpSpPr>
        <p:grpSpPr>
          <a:xfrm>
            <a:off x="5091298" y="124434"/>
            <a:ext cx="2853448" cy="6609135"/>
            <a:chOff x="8469548" y="105384"/>
            <a:chExt cx="2853448" cy="6609135"/>
          </a:xfrm>
        </p:grpSpPr>
        <p:sp>
          <p:nvSpPr>
            <p:cNvPr id="116" name="Google Shape;116;p1"/>
            <p:cNvSpPr/>
            <p:nvPr/>
          </p:nvSpPr>
          <p:spPr>
            <a:xfrm>
              <a:off x="8469548" y="105384"/>
              <a:ext cx="2853300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#00C6BB</a:t>
              </a:r>
              <a:b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Open Sea Blue</a:t>
              </a:r>
              <a:endParaRPr/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8469548" y="1244331"/>
              <a:ext cx="2853300" cy="914400"/>
            </a:xfrm>
            <a:prstGeom prst="rect">
              <a:avLst/>
            </a:prstGeom>
            <a:solidFill>
              <a:srgbClr val="EFB25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#EFB251</a:t>
              </a:r>
              <a:b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Sunset Orange</a:t>
              </a:r>
              <a:endParaRPr/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8469548" y="2383278"/>
              <a:ext cx="2853300" cy="914400"/>
            </a:xfrm>
            <a:prstGeom prst="rect">
              <a:avLst/>
            </a:prstGeom>
            <a:solidFill>
              <a:srgbClr val="6FEB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#6FEBA0</a:t>
              </a:r>
              <a:b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Seafoam Green</a:t>
              </a:r>
              <a:endParaRPr/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8469548" y="3522225"/>
              <a:ext cx="2853448" cy="914400"/>
            </a:xfrm>
            <a:prstGeom prst="rect">
              <a:avLst/>
            </a:prstGeom>
            <a:solidFill>
              <a:srgbClr val="63636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#636363</a:t>
              </a:r>
              <a:b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Dead Man’s Gray</a:t>
              </a:r>
              <a:endParaRPr/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8469548" y="4661172"/>
              <a:ext cx="2853448" cy="914400"/>
            </a:xfrm>
            <a:prstGeom prst="rect">
              <a:avLst/>
            </a:prstGeom>
            <a:solidFill>
              <a:srgbClr val="7FCB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# 7FCB84</a:t>
              </a:r>
              <a:b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Kraken Green</a:t>
              </a:r>
              <a:endParaRPr/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8469548" y="5800119"/>
              <a:ext cx="2853448" cy="914400"/>
            </a:xfrm>
            <a:prstGeom prst="rect">
              <a:avLst/>
            </a:prstGeom>
            <a:solidFill>
              <a:srgbClr val="004C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#004C47</a:t>
              </a:r>
              <a:b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1"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Deep Sea Teal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2023-11-22T13:54:02Z</dcterms:created>
  <dc:creator>Sean Chandler</dc:creator>
</cp:coreProperties>
</file>